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65" r:id="rId2"/>
    <p:sldId id="308" r:id="rId3"/>
    <p:sldId id="309" r:id="rId4"/>
    <p:sldId id="311" r:id="rId5"/>
    <p:sldId id="313" r:id="rId6"/>
    <p:sldId id="314" r:id="rId7"/>
    <p:sldId id="315" r:id="rId8"/>
    <p:sldId id="310" r:id="rId9"/>
    <p:sldId id="316" r:id="rId10"/>
    <p:sldId id="328" r:id="rId11"/>
    <p:sldId id="329" r:id="rId12"/>
    <p:sldId id="319" r:id="rId13"/>
    <p:sldId id="321" r:id="rId14"/>
    <p:sldId id="322" r:id="rId15"/>
    <p:sldId id="323" r:id="rId16"/>
    <p:sldId id="324" r:id="rId17"/>
    <p:sldId id="325" r:id="rId18"/>
    <p:sldId id="32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kita bakanchev" initials="nb" lastIdx="3" clrIdx="0">
    <p:extLst>
      <p:ext uri="{19B8F6BF-5375-455C-9EA6-DF929625EA0E}">
        <p15:presenceInfo xmlns:p15="http://schemas.microsoft.com/office/powerpoint/2012/main" userId="7425f483d9e5d2b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274A9E-ECEA-A645-93A7-37F0A3AE3917}" v="6" dt="2020-09-05T04:36:19.9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1" autoAdjust="0"/>
    <p:restoredTop sz="77619" autoAdjust="0"/>
  </p:normalViewPr>
  <p:slideViewPr>
    <p:cSldViewPr snapToGrid="0">
      <p:cViewPr varScale="1">
        <p:scale>
          <a:sx n="64" d="100"/>
          <a:sy n="64" d="100"/>
        </p:scale>
        <p:origin x="26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ita bakanchev" userId="7425f483d9e5d2b1" providerId="LiveId" clId="{A2F661C9-0A6F-4937-AAD6-E957C4DAC539}"/>
    <pc:docChg chg="undo custSel addSld delSld modSld sldOrd">
      <pc:chgData name="nikita bakanchev" userId="7425f483d9e5d2b1" providerId="LiveId" clId="{A2F661C9-0A6F-4937-AAD6-E957C4DAC539}" dt="2019-08-10T15:05:37.525" v="4293" actId="20577"/>
      <pc:docMkLst>
        <pc:docMk/>
      </pc:docMkLst>
      <pc:sldChg chg="modSp">
        <pc:chgData name="nikita bakanchev" userId="7425f483d9e5d2b1" providerId="LiveId" clId="{A2F661C9-0A6F-4937-AAD6-E957C4DAC539}" dt="2019-08-10T14:01:19.707" v="20" actId="5793"/>
        <pc:sldMkLst>
          <pc:docMk/>
          <pc:sldMk cId="136932700" sldId="265"/>
        </pc:sldMkLst>
        <pc:spChg chg="mod">
          <ac:chgData name="nikita bakanchev" userId="7425f483d9e5d2b1" providerId="LiveId" clId="{A2F661C9-0A6F-4937-AAD6-E957C4DAC539}" dt="2019-08-10T14:01:19.707" v="20" actId="5793"/>
          <ac:spMkLst>
            <pc:docMk/>
            <pc:sldMk cId="136932700" sldId="265"/>
            <ac:spMk id="3" creationId="{7C8AE135-9EF2-419B-AE3F-12EE1C836C39}"/>
          </ac:spMkLst>
        </pc:spChg>
      </pc:sldChg>
      <pc:sldChg chg="modSp">
        <pc:chgData name="nikita bakanchev" userId="7425f483d9e5d2b1" providerId="LiveId" clId="{A2F661C9-0A6F-4937-AAD6-E957C4DAC539}" dt="2019-08-10T14:02:17.505" v="98" actId="20577"/>
        <pc:sldMkLst>
          <pc:docMk/>
          <pc:sldMk cId="2967328911" sldId="273"/>
        </pc:sldMkLst>
        <pc:spChg chg="mod">
          <ac:chgData name="nikita bakanchev" userId="7425f483d9e5d2b1" providerId="LiveId" clId="{A2F661C9-0A6F-4937-AAD6-E957C4DAC539}" dt="2019-08-10T14:02:17.505" v="98" actId="20577"/>
          <ac:spMkLst>
            <pc:docMk/>
            <pc:sldMk cId="2967328911" sldId="273"/>
            <ac:spMk id="3" creationId="{35FA33D5-F365-458E-AEF1-41D1EED15EE6}"/>
          </ac:spMkLst>
        </pc:spChg>
      </pc:sldChg>
      <pc:sldChg chg="modSp">
        <pc:chgData name="nikita bakanchev" userId="7425f483d9e5d2b1" providerId="LiveId" clId="{A2F661C9-0A6F-4937-AAD6-E957C4DAC539}" dt="2019-08-10T14:04:04.344" v="207" actId="20577"/>
        <pc:sldMkLst>
          <pc:docMk/>
          <pc:sldMk cId="3267781587" sldId="274"/>
        </pc:sldMkLst>
        <pc:spChg chg="mod">
          <ac:chgData name="nikita bakanchev" userId="7425f483d9e5d2b1" providerId="LiveId" clId="{A2F661C9-0A6F-4937-AAD6-E957C4DAC539}" dt="2019-08-10T14:04:04.344" v="207" actId="20577"/>
          <ac:spMkLst>
            <pc:docMk/>
            <pc:sldMk cId="3267781587" sldId="274"/>
            <ac:spMk id="3" creationId="{85723F10-0C2D-4DF5-84B2-B91B44EA2CFB}"/>
          </ac:spMkLst>
        </pc:spChg>
      </pc:sldChg>
      <pc:sldChg chg="modSp">
        <pc:chgData name="nikita bakanchev" userId="7425f483d9e5d2b1" providerId="LiveId" clId="{A2F661C9-0A6F-4937-AAD6-E957C4DAC539}" dt="2019-08-10T14:06:30.072" v="400" actId="20577"/>
        <pc:sldMkLst>
          <pc:docMk/>
          <pc:sldMk cId="2728919138" sldId="279"/>
        </pc:sldMkLst>
        <pc:spChg chg="mod">
          <ac:chgData name="nikita bakanchev" userId="7425f483d9e5d2b1" providerId="LiveId" clId="{A2F661C9-0A6F-4937-AAD6-E957C4DAC539}" dt="2019-08-10T14:06:30.072" v="400" actId="20577"/>
          <ac:spMkLst>
            <pc:docMk/>
            <pc:sldMk cId="2728919138" sldId="279"/>
            <ac:spMk id="3" creationId="{42D58967-E77D-4E74-B766-10A0B91D16C2}"/>
          </ac:spMkLst>
        </pc:spChg>
      </pc:sldChg>
      <pc:sldChg chg="modSp">
        <pc:chgData name="nikita bakanchev" userId="7425f483d9e5d2b1" providerId="LiveId" clId="{A2F661C9-0A6F-4937-AAD6-E957C4DAC539}" dt="2019-08-10T14:04:34.327" v="280" actId="20577"/>
        <pc:sldMkLst>
          <pc:docMk/>
          <pc:sldMk cId="4154967920" sldId="282"/>
        </pc:sldMkLst>
        <pc:spChg chg="mod">
          <ac:chgData name="nikita bakanchev" userId="7425f483d9e5d2b1" providerId="LiveId" clId="{A2F661C9-0A6F-4937-AAD6-E957C4DAC539}" dt="2019-08-10T14:04:34.327" v="280" actId="20577"/>
          <ac:spMkLst>
            <pc:docMk/>
            <pc:sldMk cId="4154967920" sldId="282"/>
            <ac:spMk id="3" creationId="{ACED9A54-60D6-42D0-9B3C-18EB067CCC26}"/>
          </ac:spMkLst>
        </pc:spChg>
      </pc:sldChg>
      <pc:sldChg chg="modSp add">
        <pc:chgData name="nikita bakanchev" userId="7425f483d9e5d2b1" providerId="LiveId" clId="{A2F661C9-0A6F-4937-AAD6-E957C4DAC539}" dt="2019-08-10T14:06:52.470" v="438" actId="20577"/>
        <pc:sldMkLst>
          <pc:docMk/>
          <pc:sldMk cId="799911677" sldId="286"/>
        </pc:sldMkLst>
        <pc:spChg chg="mod">
          <ac:chgData name="nikita bakanchev" userId="7425f483d9e5d2b1" providerId="LiveId" clId="{A2F661C9-0A6F-4937-AAD6-E957C4DAC539}" dt="2019-08-10T14:06:52.470" v="438" actId="20577"/>
          <ac:spMkLst>
            <pc:docMk/>
            <pc:sldMk cId="799911677" sldId="286"/>
            <ac:spMk id="2" creationId="{FC1EC38E-1CC5-494A-B9C0-A7BD8BD0CAC5}"/>
          </ac:spMkLst>
        </pc:spChg>
      </pc:sldChg>
      <pc:sldChg chg="add del ord">
        <pc:chgData name="nikita bakanchev" userId="7425f483d9e5d2b1" providerId="LiveId" clId="{A2F661C9-0A6F-4937-AAD6-E957C4DAC539}" dt="2019-08-10T14:21:20.032" v="442" actId="2696"/>
        <pc:sldMkLst>
          <pc:docMk/>
          <pc:sldMk cId="2807971658" sldId="287"/>
        </pc:sldMkLst>
      </pc:sldChg>
      <pc:sldChg chg="add del">
        <pc:chgData name="nikita bakanchev" userId="7425f483d9e5d2b1" providerId="LiveId" clId="{A2F661C9-0A6F-4937-AAD6-E957C4DAC539}" dt="2019-08-10T14:21:27.452" v="444" actId="2696"/>
        <pc:sldMkLst>
          <pc:docMk/>
          <pc:sldMk cId="1318225479" sldId="288"/>
        </pc:sldMkLst>
      </pc:sldChg>
      <pc:sldChg chg="modSp add modTransition">
        <pc:chgData name="nikita bakanchev" userId="7425f483d9e5d2b1" providerId="LiveId" clId="{A2F661C9-0A6F-4937-AAD6-E957C4DAC539}" dt="2019-08-10T14:34:08.990" v="1528"/>
        <pc:sldMkLst>
          <pc:docMk/>
          <pc:sldMk cId="639557266" sldId="289"/>
        </pc:sldMkLst>
        <pc:spChg chg="mod">
          <ac:chgData name="nikita bakanchev" userId="7425f483d9e5d2b1" providerId="LiveId" clId="{A2F661C9-0A6F-4937-AAD6-E957C4DAC539}" dt="2019-08-10T14:21:35.584" v="464" actId="20577"/>
          <ac:spMkLst>
            <pc:docMk/>
            <pc:sldMk cId="639557266" sldId="289"/>
            <ac:spMk id="2" creationId="{A9660380-FCFA-4FDA-94BB-476213F29592}"/>
          </ac:spMkLst>
        </pc:spChg>
      </pc:sldChg>
      <pc:sldChg chg="modSp add addCm modNotesTx">
        <pc:chgData name="nikita bakanchev" userId="7425f483d9e5d2b1" providerId="LiveId" clId="{A2F661C9-0A6F-4937-AAD6-E957C4DAC539}" dt="2019-08-10T14:47:20.831" v="2342" actId="20577"/>
        <pc:sldMkLst>
          <pc:docMk/>
          <pc:sldMk cId="1838301130" sldId="290"/>
        </pc:sldMkLst>
        <pc:spChg chg="mod">
          <ac:chgData name="nikita bakanchev" userId="7425f483d9e5d2b1" providerId="LiveId" clId="{A2F661C9-0A6F-4937-AAD6-E957C4DAC539}" dt="2019-08-10T14:27:05.051" v="836" actId="20577"/>
          <ac:spMkLst>
            <pc:docMk/>
            <pc:sldMk cId="1838301130" sldId="290"/>
            <ac:spMk id="2" creationId="{71F1F4CB-CD0A-4E2A-9D8D-EA2C8E4CE3FC}"/>
          </ac:spMkLst>
        </pc:spChg>
        <pc:spChg chg="mod">
          <ac:chgData name="nikita bakanchev" userId="7425f483d9e5d2b1" providerId="LiveId" clId="{A2F661C9-0A6F-4937-AAD6-E957C4DAC539}" dt="2019-08-10T14:46:15.174" v="2137" actId="20577"/>
          <ac:spMkLst>
            <pc:docMk/>
            <pc:sldMk cId="1838301130" sldId="290"/>
            <ac:spMk id="3" creationId="{F3E2E70C-313E-419E-93C1-37DA3727A5AE}"/>
          </ac:spMkLst>
        </pc:spChg>
      </pc:sldChg>
      <pc:sldChg chg="modSp add addCm modCm">
        <pc:chgData name="nikita bakanchev" userId="7425f483d9e5d2b1" providerId="LiveId" clId="{A2F661C9-0A6F-4937-AAD6-E957C4DAC539}" dt="2019-08-10T14:54:18.655" v="3011" actId="20577"/>
        <pc:sldMkLst>
          <pc:docMk/>
          <pc:sldMk cId="2642142611" sldId="291"/>
        </pc:sldMkLst>
        <pc:spChg chg="mod">
          <ac:chgData name="nikita bakanchev" userId="7425f483d9e5d2b1" providerId="LiveId" clId="{A2F661C9-0A6F-4937-AAD6-E957C4DAC539}" dt="2019-08-10T14:53:33.278" v="2920" actId="20577"/>
          <ac:spMkLst>
            <pc:docMk/>
            <pc:sldMk cId="2642142611" sldId="291"/>
            <ac:spMk id="2" creationId="{B3DA680E-C127-46B1-A528-EDA8871EE2C7}"/>
          </ac:spMkLst>
        </pc:spChg>
        <pc:spChg chg="mod">
          <ac:chgData name="nikita bakanchev" userId="7425f483d9e5d2b1" providerId="LiveId" clId="{A2F661C9-0A6F-4937-AAD6-E957C4DAC539}" dt="2019-08-10T14:54:18.655" v="3011" actId="20577"/>
          <ac:spMkLst>
            <pc:docMk/>
            <pc:sldMk cId="2642142611" sldId="291"/>
            <ac:spMk id="3" creationId="{686CD5FE-FAAC-4FD4-BD18-B40038AF4487}"/>
          </ac:spMkLst>
        </pc:spChg>
      </pc:sldChg>
      <pc:sldChg chg="modSp add delCm">
        <pc:chgData name="nikita bakanchev" userId="7425f483d9e5d2b1" providerId="LiveId" clId="{A2F661C9-0A6F-4937-AAD6-E957C4DAC539}" dt="2019-08-10T15:01:43.684" v="3754" actId="5793"/>
        <pc:sldMkLst>
          <pc:docMk/>
          <pc:sldMk cId="3458397152" sldId="292"/>
        </pc:sldMkLst>
        <pc:spChg chg="mod">
          <ac:chgData name="nikita bakanchev" userId="7425f483d9e5d2b1" providerId="LiveId" clId="{A2F661C9-0A6F-4937-AAD6-E957C4DAC539}" dt="2019-08-10T15:01:43.684" v="3754" actId="5793"/>
          <ac:spMkLst>
            <pc:docMk/>
            <pc:sldMk cId="3458397152" sldId="292"/>
            <ac:spMk id="3" creationId="{686CD5FE-FAAC-4FD4-BD18-B40038AF4487}"/>
          </ac:spMkLst>
        </pc:spChg>
      </pc:sldChg>
      <pc:sldChg chg="modSp add modNotesTx">
        <pc:chgData name="nikita bakanchev" userId="7425f483d9e5d2b1" providerId="LiveId" clId="{A2F661C9-0A6F-4937-AAD6-E957C4DAC539}" dt="2019-08-10T15:05:37.525" v="4293" actId="20577"/>
        <pc:sldMkLst>
          <pc:docMk/>
          <pc:sldMk cId="3599106596" sldId="293"/>
        </pc:sldMkLst>
        <pc:spChg chg="mod">
          <ac:chgData name="nikita bakanchev" userId="7425f483d9e5d2b1" providerId="LiveId" clId="{A2F661C9-0A6F-4937-AAD6-E957C4DAC539}" dt="2019-08-10T15:03:06.673" v="3778" actId="20577"/>
          <ac:spMkLst>
            <pc:docMk/>
            <pc:sldMk cId="3599106596" sldId="293"/>
            <ac:spMk id="2" creationId="{8273D5F0-215F-4AF2-9937-DC5D219A5DA7}"/>
          </ac:spMkLst>
        </pc:spChg>
        <pc:spChg chg="mod">
          <ac:chgData name="nikita bakanchev" userId="7425f483d9e5d2b1" providerId="LiveId" clId="{A2F661C9-0A6F-4937-AAD6-E957C4DAC539}" dt="2019-08-10T15:05:37.525" v="4293" actId="20577"/>
          <ac:spMkLst>
            <pc:docMk/>
            <pc:sldMk cId="3599106596" sldId="293"/>
            <ac:spMk id="3" creationId="{68FD6688-713A-4C2B-997D-F046F172D536}"/>
          </ac:spMkLst>
        </pc:spChg>
      </pc:sldChg>
    </pc:docChg>
  </pc:docChgLst>
  <pc:docChgLst>
    <pc:chgData name="nikita bakanchev" userId="7425f483d9e5d2b1" providerId="LiveId" clId="{1B274A9E-ECEA-A645-93A7-37F0A3AE3917}"/>
    <pc:docChg chg="custSel addSld delSld modSld">
      <pc:chgData name="nikita bakanchev" userId="7425f483d9e5d2b1" providerId="LiveId" clId="{1B274A9E-ECEA-A645-93A7-37F0A3AE3917}" dt="2020-09-05T04:38:17.748" v="943" actId="20577"/>
      <pc:docMkLst>
        <pc:docMk/>
      </pc:docMkLst>
      <pc:sldChg chg="addSp modSp mod">
        <pc:chgData name="nikita bakanchev" userId="7425f483d9e5d2b1" providerId="LiveId" clId="{1B274A9E-ECEA-A645-93A7-37F0A3AE3917}" dt="2020-09-05T04:35:33.914" v="521" actId="20577"/>
        <pc:sldMkLst>
          <pc:docMk/>
          <pc:sldMk cId="826971129" sldId="256"/>
        </pc:sldMkLst>
        <pc:spChg chg="mod">
          <ac:chgData name="nikita bakanchev" userId="7425f483d9e5d2b1" providerId="LiveId" clId="{1B274A9E-ECEA-A645-93A7-37F0A3AE3917}" dt="2020-09-05T04:35:24.588" v="494" actId="20577"/>
          <ac:spMkLst>
            <pc:docMk/>
            <pc:sldMk cId="826971129" sldId="256"/>
            <ac:spMk id="2" creationId="{85DF0CCA-119C-4D31-AD63-99F5560E82B6}"/>
          </ac:spMkLst>
        </pc:spChg>
        <pc:spChg chg="add mod">
          <ac:chgData name="nikita bakanchev" userId="7425f483d9e5d2b1" providerId="LiveId" clId="{1B274A9E-ECEA-A645-93A7-37F0A3AE3917}" dt="2020-09-05T04:35:33.914" v="521" actId="20577"/>
          <ac:spMkLst>
            <pc:docMk/>
            <pc:sldMk cId="826971129" sldId="256"/>
            <ac:spMk id="4" creationId="{B34695E2-12DA-2549-9DF3-EE14464338BF}"/>
          </ac:spMkLst>
        </pc:spChg>
      </pc:sldChg>
      <pc:sldChg chg="modSp mod">
        <pc:chgData name="nikita bakanchev" userId="7425f483d9e5d2b1" providerId="LiveId" clId="{1B274A9E-ECEA-A645-93A7-37F0A3AE3917}" dt="2020-09-05T04:28:29.057" v="75" actId="20577"/>
        <pc:sldMkLst>
          <pc:docMk/>
          <pc:sldMk cId="2150623334" sldId="263"/>
        </pc:sldMkLst>
        <pc:spChg chg="mod">
          <ac:chgData name="nikita bakanchev" userId="7425f483d9e5d2b1" providerId="LiveId" clId="{1B274A9E-ECEA-A645-93A7-37F0A3AE3917}" dt="2020-09-05T04:28:29.057" v="75" actId="20577"/>
          <ac:spMkLst>
            <pc:docMk/>
            <pc:sldMk cId="2150623334" sldId="263"/>
            <ac:spMk id="3" creationId="{1A689E9B-3B0B-45D8-9EB5-6F5A44F6A4F3}"/>
          </ac:spMkLst>
        </pc:spChg>
      </pc:sldChg>
      <pc:sldChg chg="modSp mod">
        <pc:chgData name="nikita bakanchev" userId="7425f483d9e5d2b1" providerId="LiveId" clId="{1B274A9E-ECEA-A645-93A7-37F0A3AE3917}" dt="2020-09-05T04:29:21.529" v="81" actId="5793"/>
        <pc:sldMkLst>
          <pc:docMk/>
          <pc:sldMk cId="2924152985" sldId="264"/>
        </pc:sldMkLst>
        <pc:spChg chg="mod">
          <ac:chgData name="nikita bakanchev" userId="7425f483d9e5d2b1" providerId="LiveId" clId="{1B274A9E-ECEA-A645-93A7-37F0A3AE3917}" dt="2020-09-05T04:29:21.529" v="81" actId="5793"/>
          <ac:spMkLst>
            <pc:docMk/>
            <pc:sldMk cId="2924152985" sldId="264"/>
            <ac:spMk id="3" creationId="{E07DA0D8-02B3-4FD9-8253-8277F6F0A832}"/>
          </ac:spMkLst>
        </pc:spChg>
      </pc:sldChg>
      <pc:sldChg chg="modSp mod">
        <pc:chgData name="nikita bakanchev" userId="7425f483d9e5d2b1" providerId="LiveId" clId="{1B274A9E-ECEA-A645-93A7-37F0A3AE3917}" dt="2020-09-05T04:29:51.488" v="125" actId="5793"/>
        <pc:sldMkLst>
          <pc:docMk/>
          <pc:sldMk cId="136932700" sldId="265"/>
        </pc:sldMkLst>
        <pc:spChg chg="mod">
          <ac:chgData name="nikita bakanchev" userId="7425f483d9e5d2b1" providerId="LiveId" clId="{1B274A9E-ECEA-A645-93A7-37F0A3AE3917}" dt="2020-09-05T04:29:51.488" v="125" actId="5793"/>
          <ac:spMkLst>
            <pc:docMk/>
            <pc:sldMk cId="136932700" sldId="265"/>
            <ac:spMk id="3" creationId="{7C8AE135-9EF2-419B-AE3F-12EE1C836C39}"/>
          </ac:spMkLst>
        </pc:spChg>
      </pc:sldChg>
      <pc:sldChg chg="modSp mod">
        <pc:chgData name="nikita bakanchev" userId="7425f483d9e5d2b1" providerId="LiveId" clId="{1B274A9E-ECEA-A645-93A7-37F0A3AE3917}" dt="2020-09-05T04:30:29.657" v="218" actId="20577"/>
        <pc:sldMkLst>
          <pc:docMk/>
          <pc:sldMk cId="1706591778" sldId="271"/>
        </pc:sldMkLst>
        <pc:spChg chg="mod">
          <ac:chgData name="nikita bakanchev" userId="7425f483d9e5d2b1" providerId="LiveId" clId="{1B274A9E-ECEA-A645-93A7-37F0A3AE3917}" dt="2020-09-05T04:30:29.657" v="218" actId="20577"/>
          <ac:spMkLst>
            <pc:docMk/>
            <pc:sldMk cId="1706591778" sldId="271"/>
            <ac:spMk id="3" creationId="{DDE5DCC7-42F5-48E3-9226-C8B2FE4B9023}"/>
          </ac:spMkLst>
        </pc:spChg>
      </pc:sldChg>
      <pc:sldChg chg="modSp mod">
        <pc:chgData name="nikita bakanchev" userId="7425f483d9e5d2b1" providerId="LiveId" clId="{1B274A9E-ECEA-A645-93A7-37F0A3AE3917}" dt="2020-09-05T04:33:38.478" v="403" actId="20577"/>
        <pc:sldMkLst>
          <pc:docMk/>
          <pc:sldMk cId="2967328911" sldId="273"/>
        </pc:sldMkLst>
        <pc:spChg chg="mod">
          <ac:chgData name="nikita bakanchev" userId="7425f483d9e5d2b1" providerId="LiveId" clId="{1B274A9E-ECEA-A645-93A7-37F0A3AE3917}" dt="2020-09-05T04:33:38.478" v="403" actId="20577"/>
          <ac:spMkLst>
            <pc:docMk/>
            <pc:sldMk cId="2967328911" sldId="273"/>
            <ac:spMk id="3" creationId="{35FA33D5-F365-458E-AEF1-41D1EED15EE6}"/>
          </ac:spMkLst>
        </pc:spChg>
      </pc:sldChg>
      <pc:sldChg chg="modSp mod">
        <pc:chgData name="nikita bakanchev" userId="7425f483d9e5d2b1" providerId="LiveId" clId="{1B274A9E-ECEA-A645-93A7-37F0A3AE3917}" dt="2020-09-05T04:34:08.920" v="481" actId="20577"/>
        <pc:sldMkLst>
          <pc:docMk/>
          <pc:sldMk cId="3267781587" sldId="274"/>
        </pc:sldMkLst>
        <pc:spChg chg="mod">
          <ac:chgData name="nikita bakanchev" userId="7425f483d9e5d2b1" providerId="LiveId" clId="{1B274A9E-ECEA-A645-93A7-37F0A3AE3917}" dt="2020-09-05T04:34:08.920" v="481" actId="20577"/>
          <ac:spMkLst>
            <pc:docMk/>
            <pc:sldMk cId="3267781587" sldId="274"/>
            <ac:spMk id="3" creationId="{85723F10-0C2D-4DF5-84B2-B91B44EA2CFB}"/>
          </ac:spMkLst>
        </pc:spChg>
      </pc:sldChg>
      <pc:sldChg chg="del">
        <pc:chgData name="nikita bakanchev" userId="7425f483d9e5d2b1" providerId="LiveId" clId="{1B274A9E-ECEA-A645-93A7-37F0A3AE3917}" dt="2020-09-05T04:35:05.629" v="482" actId="2696"/>
        <pc:sldMkLst>
          <pc:docMk/>
          <pc:sldMk cId="1907742074" sldId="276"/>
        </pc:sldMkLst>
      </pc:sldChg>
      <pc:sldChg chg="del">
        <pc:chgData name="nikita bakanchev" userId="7425f483d9e5d2b1" providerId="LiveId" clId="{1B274A9E-ECEA-A645-93A7-37F0A3AE3917}" dt="2020-09-05T04:35:05.640" v="483" actId="2696"/>
        <pc:sldMkLst>
          <pc:docMk/>
          <pc:sldMk cId="3928244443" sldId="277"/>
        </pc:sldMkLst>
      </pc:sldChg>
      <pc:sldChg chg="del">
        <pc:chgData name="nikita bakanchev" userId="7425f483d9e5d2b1" providerId="LiveId" clId="{1B274A9E-ECEA-A645-93A7-37F0A3AE3917}" dt="2020-09-05T04:35:05.646" v="484" actId="2696"/>
        <pc:sldMkLst>
          <pc:docMk/>
          <pc:sldMk cId="3837463985" sldId="278"/>
        </pc:sldMkLst>
      </pc:sldChg>
      <pc:sldChg chg="del">
        <pc:chgData name="nikita bakanchev" userId="7425f483d9e5d2b1" providerId="LiveId" clId="{1B274A9E-ECEA-A645-93A7-37F0A3AE3917}" dt="2020-09-05T04:35:05.709" v="490" actId="2696"/>
        <pc:sldMkLst>
          <pc:docMk/>
          <pc:sldMk cId="2728919138" sldId="279"/>
        </pc:sldMkLst>
      </pc:sldChg>
      <pc:sldChg chg="del">
        <pc:chgData name="nikita bakanchev" userId="7425f483d9e5d2b1" providerId="LiveId" clId="{1B274A9E-ECEA-A645-93A7-37F0A3AE3917}" dt="2020-09-05T04:35:05.716" v="491" actId="2696"/>
        <pc:sldMkLst>
          <pc:docMk/>
          <pc:sldMk cId="799911677" sldId="286"/>
        </pc:sldMkLst>
      </pc:sldChg>
      <pc:sldChg chg="modSp add mod">
        <pc:chgData name="nikita bakanchev" userId="7425f483d9e5d2b1" providerId="LiveId" clId="{1B274A9E-ECEA-A645-93A7-37F0A3AE3917}" dt="2020-09-05T04:38:17.748" v="943" actId="20577"/>
        <pc:sldMkLst>
          <pc:docMk/>
          <pc:sldMk cId="1779977975" sldId="286"/>
        </pc:sldMkLst>
        <pc:spChg chg="mod">
          <ac:chgData name="nikita bakanchev" userId="7425f483d9e5d2b1" providerId="LiveId" clId="{1B274A9E-ECEA-A645-93A7-37F0A3AE3917}" dt="2020-09-05T04:36:24.775" v="539" actId="20577"/>
          <ac:spMkLst>
            <pc:docMk/>
            <pc:sldMk cId="1779977975" sldId="286"/>
            <ac:spMk id="2" creationId="{B0F5EBE2-4B7A-5A42-874B-A7B8F2BD541F}"/>
          </ac:spMkLst>
        </pc:spChg>
        <pc:spChg chg="mod">
          <ac:chgData name="nikita bakanchev" userId="7425f483d9e5d2b1" providerId="LiveId" clId="{1B274A9E-ECEA-A645-93A7-37F0A3AE3917}" dt="2020-09-05T04:38:17.748" v="943" actId="20577"/>
          <ac:spMkLst>
            <pc:docMk/>
            <pc:sldMk cId="1779977975" sldId="286"/>
            <ac:spMk id="3" creationId="{090DC383-126E-894E-BAAF-4CD393055622}"/>
          </ac:spMkLst>
        </pc:spChg>
      </pc:sldChg>
      <pc:sldChg chg="del">
        <pc:chgData name="nikita bakanchev" userId="7425f483d9e5d2b1" providerId="LiveId" clId="{1B274A9E-ECEA-A645-93A7-37F0A3AE3917}" dt="2020-09-05T04:35:05.658" v="485" actId="2696"/>
        <pc:sldMkLst>
          <pc:docMk/>
          <pc:sldMk cId="639557266" sldId="289"/>
        </pc:sldMkLst>
      </pc:sldChg>
      <pc:sldChg chg="del">
        <pc:chgData name="nikita bakanchev" userId="7425f483d9e5d2b1" providerId="LiveId" clId="{1B274A9E-ECEA-A645-93A7-37F0A3AE3917}" dt="2020-09-05T04:35:05.671" v="486" actId="2696"/>
        <pc:sldMkLst>
          <pc:docMk/>
          <pc:sldMk cId="1838301130" sldId="290"/>
        </pc:sldMkLst>
      </pc:sldChg>
      <pc:sldChg chg="del">
        <pc:chgData name="nikita bakanchev" userId="7425f483d9e5d2b1" providerId="LiveId" clId="{1B274A9E-ECEA-A645-93A7-37F0A3AE3917}" dt="2020-09-05T04:35:05.683" v="487" actId="2696"/>
        <pc:sldMkLst>
          <pc:docMk/>
          <pc:sldMk cId="2642142611" sldId="291"/>
        </pc:sldMkLst>
      </pc:sldChg>
      <pc:sldChg chg="del">
        <pc:chgData name="nikita bakanchev" userId="7425f483d9e5d2b1" providerId="LiveId" clId="{1B274A9E-ECEA-A645-93A7-37F0A3AE3917}" dt="2020-09-05T04:35:05.693" v="488" actId="2696"/>
        <pc:sldMkLst>
          <pc:docMk/>
          <pc:sldMk cId="3458397152" sldId="292"/>
        </pc:sldMkLst>
      </pc:sldChg>
      <pc:sldChg chg="del">
        <pc:chgData name="nikita bakanchev" userId="7425f483d9e5d2b1" providerId="LiveId" clId="{1B274A9E-ECEA-A645-93A7-37F0A3AE3917}" dt="2020-09-05T04:35:05.702" v="489" actId="2696"/>
        <pc:sldMkLst>
          <pc:docMk/>
          <pc:sldMk cId="3599106596" sldId="293"/>
        </pc:sldMkLst>
      </pc:sldChg>
    </pc:docChg>
  </pc:docChgLst>
  <pc:docChgLst>
    <pc:chgData name="nikita bakanchev" userId="7425f483d9e5d2b1" providerId="LiveId" clId="{65413849-5840-154B-9684-99E98A941580}"/>
    <pc:docChg chg="modSld">
      <pc:chgData name="nikita bakanchev" userId="7425f483d9e5d2b1" providerId="LiveId" clId="{65413849-5840-154B-9684-99E98A941580}" dt="2020-09-05T06:21:43.901" v="2" actId="20577"/>
      <pc:docMkLst>
        <pc:docMk/>
      </pc:docMkLst>
      <pc:sldChg chg="modSp mod">
        <pc:chgData name="nikita bakanchev" userId="7425f483d9e5d2b1" providerId="LiveId" clId="{65413849-5840-154B-9684-99E98A941580}" dt="2020-09-05T06:21:43.901" v="2" actId="20577"/>
        <pc:sldMkLst>
          <pc:docMk/>
          <pc:sldMk cId="826971129" sldId="256"/>
        </pc:sldMkLst>
        <pc:spChg chg="mod">
          <ac:chgData name="nikita bakanchev" userId="7425f483d9e5d2b1" providerId="LiveId" clId="{65413849-5840-154B-9684-99E98A941580}" dt="2020-09-05T06:21:43.901" v="2" actId="20577"/>
          <ac:spMkLst>
            <pc:docMk/>
            <pc:sldMk cId="826971129" sldId="256"/>
            <ac:spMk id="3" creationId="{77CE47C6-8510-402E-AD19-678AE919C2E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F70E2C-1DC7-464D-A050-0D722DF84313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D0A569-CE8D-4971-B5E1-1B8A1AE27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233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D0A569-CE8D-4971-B5E1-1B8A1AE278A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0606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D0A569-CE8D-4971-B5E1-1B8A1AE278A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768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D0A569-CE8D-4971-B5E1-1B8A1AE278A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0319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D0A569-CE8D-4971-B5E1-1B8A1AE278A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5223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D0A569-CE8D-4971-B5E1-1B8A1AE278A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7803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D0A569-CE8D-4971-B5E1-1B8A1AE278A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3626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D0A569-CE8D-4971-B5E1-1B8A1AE278A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6980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D0A569-CE8D-4971-B5E1-1B8A1AE278A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297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D0A569-CE8D-4971-B5E1-1B8A1AE278A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036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D0A569-CE8D-4971-B5E1-1B8A1AE278A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46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D0A569-CE8D-4971-B5E1-1B8A1AE278A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0037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D0A569-CE8D-4971-B5E1-1B8A1AE278A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4296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D0A569-CE8D-4971-B5E1-1B8A1AE278A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0119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D0A569-CE8D-4971-B5E1-1B8A1AE278A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2123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D0A569-CE8D-4971-B5E1-1B8A1AE278A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801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6E353-E912-40DE-B2B6-1A012333CE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93CDAE-028C-4F15-8461-3872F355D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517A2-42CD-44F3-89AC-F44EBA398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A828D-4CC6-4C60-AD6A-6D940BF77092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4CC05-0821-4D40-8C41-2D9F31FEE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262FB-2375-4D9B-9BAF-4755964B4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8F454-F68C-4C8C-9EE8-D207C43C1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112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76257-F091-4EA4-BBC1-DFB671BAA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FEADD-D791-48E0-B337-030A5D005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16196-D8BF-4B2E-B8CA-92EDDEF40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A828D-4CC6-4C60-AD6A-6D940BF77092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264FF-B9E0-4DF9-BCC9-4B9218977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5F97E-EFA9-4864-B193-31C1E823C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8F454-F68C-4C8C-9EE8-D207C43C1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757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E5B97-BE00-4CBB-870A-7DAAB7422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75AEB-D0D0-435C-9EBD-B3F080036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40EEB-5324-4254-917F-C0721DED4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A828D-4CC6-4C60-AD6A-6D940BF77092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09A81-FC07-47B8-BEA3-EEAC1C8F6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E499D-4C16-46C4-A18D-2CB95182E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8F454-F68C-4C8C-9EE8-D207C43C1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680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2290D-8C27-485B-AB0C-A89C30C67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D6BE0-FB80-4E65-A66B-A834B54F7B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4F4E48-AFDB-440B-B50F-9F5B839C2E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71A8FE-4129-42C1-902D-1238FF98D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A828D-4CC6-4C60-AD6A-6D940BF77092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C2DD6-C03B-4795-9B41-E97BF14E7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E32D5F-9565-4B20-A849-3340C80A4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8F454-F68C-4C8C-9EE8-D207C43C1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068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67D73-FBA2-4C14-8BB5-F7F86DCA6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838F4-491D-4113-B522-D6093F911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CDE7D6-34D4-4B0A-9CAE-3DEC07CFC4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3014E9-DBE2-4118-9254-B7C667381E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71CB74-AF9C-47AF-9035-E28BDF46FB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5926FC-357B-4A8A-8641-0BAA6D19E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A828D-4CC6-4C60-AD6A-6D940BF77092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5347AD-47AE-4317-A62A-E2710931B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B3F4D9-CBB6-4000-904C-B40D23515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8F454-F68C-4C8C-9EE8-D207C43C1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763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F4714-63C9-43B2-9B7B-B5C325DEB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C61FE3-1B59-484E-A60B-26DA83524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A828D-4CC6-4C60-AD6A-6D940BF77092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1A3AC2-B301-4D71-B63A-F0B89570F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5DD99-9CB7-426B-8BEB-3DE2420F4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8F454-F68C-4C8C-9EE8-D207C43C1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408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397F63-E5A8-4110-B8B5-7A6D2C444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A828D-4CC6-4C60-AD6A-6D940BF77092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5C3ACE-F535-4601-80BD-07B2A1A12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A32CF3-5883-4A0E-B86F-8F306BAFA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8F454-F68C-4C8C-9EE8-D207C43C1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313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54DDF-2B7C-4AFD-9422-A40E93D4B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D0FF8-F4B0-4D82-BEAE-74DB3BC81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17E9B9-5179-407E-8FD7-4ADF541DE6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9024D1-DD9C-4602-88D1-333447246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A828D-4CC6-4C60-AD6A-6D940BF77092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170568-C2EF-4988-8091-D99A33276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C15A9B-33CB-456A-8A3A-2B5C27DA4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8F454-F68C-4C8C-9EE8-D207C43C1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855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F61E4-2134-4CF2-8FA8-829F2B3C5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296EC6-53E5-46EF-A537-64CA468E4A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E3724A-3A8D-414E-AD0E-D832B7FC50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A6C73-DF5B-4504-ACF1-FA2C5D31B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A828D-4CC6-4C60-AD6A-6D940BF77092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112360-1444-4E1C-97DD-A330E68D4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FA3AF1-5E73-472A-BB33-4B357F683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8F454-F68C-4C8C-9EE8-D207C43C1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61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D3B63-42BE-49A2-9381-02CC59C89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F327C8-089C-4F1B-B344-9EB88A1078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D0264-8CBD-42ED-9B2D-CB2DF01FA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A828D-4CC6-4C60-AD6A-6D940BF77092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A3734-31D1-41C2-BA78-4CB1DCA48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66CA9-D1AB-42FA-A69C-41A94EA8A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8F454-F68C-4C8C-9EE8-D207C43C1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100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D9F312-FFDA-4515-B292-70CD08F401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1C7BFE-3985-4639-B312-E330F23D3B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0898D-F7E6-45D8-9854-326BA9889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A828D-4CC6-4C60-AD6A-6D940BF77092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A3B9B-1A7F-4B08-9390-ADCFA74F3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72D50-27E8-4375-81B8-7C9996058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8F454-F68C-4C8C-9EE8-D207C43C1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32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5F0AEE-4D76-42E7-B3B3-09C664287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7B775D-727F-4650-8ACC-14A6064A6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E91D2-9131-40A1-B902-C24C732FA3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DA828D-4CC6-4C60-AD6A-6D940BF77092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774AB-71D7-4E10-A329-85E23AC5E6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4CED1-4F4F-40FB-A370-D0D8638CB4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98F454-F68C-4C8C-9EE8-D207C43C1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52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B917B-095E-466E-8317-362E881EF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занятия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AE135-9EF2-419B-AE3F-12EE1C836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Разобрать: </a:t>
            </a:r>
          </a:p>
          <a:p>
            <a:r>
              <a:rPr lang="ru-RU" dirty="0"/>
              <a:t>модель искусственного нейрона</a:t>
            </a:r>
          </a:p>
          <a:p>
            <a:r>
              <a:rPr lang="ru-RU" dirty="0"/>
              <a:t>алгоритм обучения НС</a:t>
            </a:r>
          </a:p>
          <a:p>
            <a:pPr lvl="1"/>
            <a:r>
              <a:rPr lang="ru-RU" dirty="0"/>
              <a:t>алгоритм обратного распространения ошибки</a:t>
            </a:r>
          </a:p>
          <a:p>
            <a:r>
              <a:rPr lang="ru-RU" dirty="0"/>
              <a:t>проблема переобучения НС</a:t>
            </a:r>
          </a:p>
          <a:p>
            <a:pPr lvl="1"/>
            <a:r>
              <a:rPr lang="ru-RU" dirty="0"/>
              <a:t>алгоритмы регуляризации</a:t>
            </a:r>
          </a:p>
          <a:p>
            <a:r>
              <a:rPr lang="ru-RU" dirty="0"/>
              <a:t>модель многослойного персептрона</a:t>
            </a:r>
          </a:p>
          <a:p>
            <a:pPr lvl="1"/>
            <a:r>
              <a:rPr lang="ru-RU" dirty="0"/>
              <a:t>рекуррентные сети</a:t>
            </a:r>
          </a:p>
          <a:p>
            <a:pPr lvl="1"/>
            <a:r>
              <a:rPr lang="ru-RU" dirty="0"/>
              <a:t>глубокие нейронные сети</a:t>
            </a: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lvl="1"/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6932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B917B-095E-466E-8317-362E881EF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 развития НС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AE135-9EF2-419B-AE3F-12EE1C836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2224"/>
            <a:ext cx="10515600" cy="4433507"/>
          </a:xfrm>
        </p:spPr>
        <p:txBody>
          <a:bodyPr/>
          <a:lstStyle/>
          <a:p>
            <a:pPr algn="just"/>
            <a:r>
              <a:rPr lang="ru-RU" dirty="0"/>
              <a:t>Мат. модель нейрона предложена в 1943 году У. Мак-Каллоком и У. Питтсом</a:t>
            </a:r>
          </a:p>
          <a:p>
            <a:pPr lvl="1" algn="just"/>
            <a:r>
              <a:rPr lang="ru-RU" dirty="0"/>
              <a:t>основана на представлении о нейроне человеческого мозга</a:t>
            </a:r>
          </a:p>
          <a:p>
            <a:pPr lvl="1"/>
            <a:endParaRPr lang="ru-RU" dirty="0"/>
          </a:p>
          <a:p>
            <a:endParaRPr lang="ru-RU" dirty="0"/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960257"/>
            <a:ext cx="5871363" cy="3265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984" y="3082710"/>
            <a:ext cx="5595607" cy="3546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272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B917B-095E-466E-8317-362E881EF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 развития НС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AE135-9EF2-419B-AE3F-12EE1C836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2224"/>
            <a:ext cx="10515600" cy="4433507"/>
          </a:xfrm>
        </p:spPr>
        <p:txBody>
          <a:bodyPr/>
          <a:lstStyle/>
          <a:p>
            <a:r>
              <a:rPr lang="ru-RU" dirty="0"/>
              <a:t>В 1958 году Ф. Розенблаттом предложена модель однослойного перцептрона</a:t>
            </a:r>
            <a:endParaRPr lang="en-US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2052" name="Picture 4" descr="Picture background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66" b="31094"/>
          <a:stretch/>
        </p:blipFill>
        <p:spPr bwMode="auto">
          <a:xfrm>
            <a:off x="2286000" y="2621280"/>
            <a:ext cx="7620000" cy="3511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7852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B917B-095E-466E-8317-362E881EF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 развития НС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AE135-9EF2-419B-AE3F-12EE1C836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2224"/>
            <a:ext cx="10515600" cy="4433507"/>
          </a:xfrm>
        </p:spPr>
        <p:txBody>
          <a:bodyPr/>
          <a:lstStyle/>
          <a:p>
            <a:pPr algn="just"/>
            <a:r>
              <a:rPr lang="ru-RU" dirty="0"/>
              <a:t>В 1986 году для модели многослойного перцептрона был предложен алгоритм обучения </a:t>
            </a:r>
            <a:r>
              <a:rPr lang="en-US" dirty="0"/>
              <a:t>backpropagation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2050" name="Picture 2" descr="https://media.lpgenerator.ru/uploads/2022/12/12/6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71" t="14907" r="5254" b="13067"/>
          <a:stretch/>
        </p:blipFill>
        <p:spPr bwMode="auto">
          <a:xfrm>
            <a:off x="3359243" y="2667000"/>
            <a:ext cx="5473513" cy="3990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6448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B917B-095E-466E-8317-362E881EF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 развития НС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AE135-9EF2-419B-AE3F-12EE1C836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2224"/>
            <a:ext cx="10515600" cy="4433507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Далее с середины 90х:</a:t>
            </a:r>
          </a:p>
          <a:p>
            <a:pPr algn="just"/>
            <a:r>
              <a:rPr lang="ru-RU" dirty="0"/>
              <a:t>Свёрточные НС</a:t>
            </a:r>
          </a:p>
          <a:p>
            <a:pPr algn="just"/>
            <a:r>
              <a:rPr lang="ru-RU" dirty="0"/>
              <a:t>Рекуррентные НС</a:t>
            </a:r>
          </a:p>
          <a:p>
            <a:pPr algn="just"/>
            <a:r>
              <a:rPr lang="ru-RU" dirty="0"/>
              <a:t>Генеративные НС</a:t>
            </a:r>
          </a:p>
          <a:p>
            <a:pPr algn="just"/>
            <a:r>
              <a:rPr lang="ru-RU" dirty="0"/>
              <a:t>Обучение с подкреплением</a:t>
            </a:r>
            <a:endParaRPr lang="en-US" dirty="0"/>
          </a:p>
          <a:p>
            <a:endParaRPr lang="ru-RU" dirty="0"/>
          </a:p>
          <a:p>
            <a:r>
              <a:rPr lang="ru-RU" dirty="0"/>
              <a:t>Глубокое обучение (с 2012)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7393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B917B-095E-466E-8317-362E881EF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нейрона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8AE135-9EF2-419B-AE3F-12EE1C836C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92224"/>
                <a:ext cx="5062728" cy="4433507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…+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i="1" dirty="0"/>
                      <m:t>&lt;</m:t>
                    </m:r>
                    <m:r>
                      <m:rPr>
                        <m:nor/>
                      </m:rPr>
                      <a:rPr lang="en-US" i="1" dirty="0"/>
                      <m:t>x</m:t>
                    </m:r>
                    <m:r>
                      <m:rPr>
                        <m:nor/>
                      </m:rPr>
                      <a:rPr lang="en-US" i="1" dirty="0"/>
                      <m:t>,</m:t>
                    </m:r>
                    <m:r>
                      <m:rPr>
                        <m:nor/>
                      </m:rPr>
                      <a:rPr lang="en-US" i="1" dirty="0"/>
                      <m:t>w</m:t>
                    </m:r>
                    <m:r>
                      <m:rPr>
                        <m:nor/>
                      </m:rPr>
                      <a:rPr lang="en-US" i="1" dirty="0"/>
                      <m:t>&gt;, </m:t>
                    </m:r>
                    <m:r>
                      <m:rPr>
                        <m:nor/>
                      </m:rPr>
                      <a:rPr lang="en-US" i="1" dirty="0"/>
                      <m:t>x</m:t>
                    </m:r>
                    <m:r>
                      <m:rPr>
                        <m:nor/>
                      </m:rPr>
                      <a:rPr lang="en-US" i="1" dirty="0"/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i="1" dirty="0"/>
                  <a:t>,…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1" dirty="0" smtClean="0"/>
                        <m:t>w</m:t>
                      </m:r>
                      <m:r>
                        <m:rPr>
                          <m:nor/>
                        </m:rPr>
                        <a:rPr lang="en-US" i="1" dirty="0"/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US" i="1" dirty="0"/>
                        <m:t>,…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i="1" dirty="0"/>
              </a:p>
              <a:p>
                <a:endParaRPr lang="ru-RU" i="1" dirty="0"/>
              </a:p>
              <a:p>
                <a:endParaRPr lang="ru-RU" dirty="0"/>
              </a:p>
              <a:p>
                <a:r>
                  <a:rPr lang="en-US" dirty="0" err="1"/>
                  <a:t>tanh</a:t>
                </a:r>
                <a:r>
                  <a:rPr lang="en-US" dirty="0"/>
                  <a:t>(x)</a:t>
                </a:r>
                <a:endParaRPr lang="ru-R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8AE135-9EF2-419B-AE3F-12EE1C836C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92224"/>
                <a:ext cx="5062728" cy="4433507"/>
              </a:xfrm>
              <a:blipFill>
                <a:blip r:embed="rId3"/>
                <a:stretch>
                  <a:fillRect l="-21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4" descr="Picture background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66"/>
          <a:stretch/>
        </p:blipFill>
        <p:spPr bwMode="auto">
          <a:xfrm>
            <a:off x="5900928" y="1690688"/>
            <a:ext cx="5881213" cy="3337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4604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B917B-095E-466E-8317-362E881EF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Функции активации</a:t>
            </a:r>
            <a:endParaRPr lang="en-US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625" y="1825625"/>
            <a:ext cx="5210175" cy="38862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854200"/>
            <a:ext cx="5076825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310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B917B-095E-466E-8317-362E881EF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Сигмоида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8AE135-9EF2-419B-AE3F-12EE1C836C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952744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ru-RU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); </m:t>
                    </m:r>
                  </m:oMath>
                </a14:m>
                <a:endParaRPr lang="en-US" dirty="0"/>
              </a:p>
              <a:p>
                <a:r>
                  <a:rPr lang="ru-RU" dirty="0"/>
                  <a:t>Значения в диапазоне </a:t>
                </a:r>
                <a:r>
                  <a:rPr lang="en-US" dirty="0"/>
                  <a:t>[0,1]</a:t>
                </a:r>
              </a:p>
              <a:p>
                <a:r>
                  <a:rPr lang="en-US" dirty="0"/>
                  <a:t>½ </a:t>
                </a:r>
                <a:r>
                  <a:rPr lang="ru-RU" dirty="0"/>
                  <a:t>в нуле</a:t>
                </a:r>
              </a:p>
              <a:p>
                <a:endParaRPr lang="ru-RU" dirty="0"/>
              </a:p>
              <a:p>
                <a:endParaRPr lang="en-US" dirty="0"/>
              </a:p>
              <a:p>
                <a:r>
                  <a:rPr lang="ru-RU" dirty="0"/>
                  <a:t>В общем случае:</a:t>
                </a:r>
              </a:p>
              <a:p>
                <a:pPr marL="268288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w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8AE135-9EF2-419B-AE3F-12EE1C836C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952744" cy="4351338"/>
              </a:xfrm>
              <a:blipFill>
                <a:blip r:embed="rId3"/>
                <a:stretch>
                  <a:fillRect l="-18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https://avatars.mds.yandex.net/get-entity_search/1880293/849970256/S600xU_2x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3809" y="1690688"/>
            <a:ext cx="5269992" cy="4302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0976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B917B-095E-466E-8317-362E881EF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Многослойный перцептрон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7C8AE135-9EF2-419B-AE3F-12EE1C836C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58581"/>
                <a:ext cx="5952744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…+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…+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h𝑛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m:rPr>
                        <m:nor/>
                      </m:rPr>
                      <a:rPr lang="en-US" i="1" dirty="0"/>
                      <m:t>&lt;</m:t>
                    </m:r>
                    <m:r>
                      <m:rPr>
                        <m:nor/>
                      </m:rPr>
                      <a:rPr lang="en-US" i="1" dirty="0"/>
                      <m:t>x</m:t>
                    </m:r>
                    <m:r>
                      <m:rPr>
                        <m:nor/>
                      </m:rPr>
                      <a:rPr lang="en-US" i="1" dirty="0"/>
                      <m:t>,</m:t>
                    </m:r>
                    <m:r>
                      <m:rPr>
                        <m:nor/>
                      </m:rPr>
                      <a:rPr lang="en-US" b="0" i="1" dirty="0" smtClean="0"/>
                      <m:t>W</m:t>
                    </m:r>
                    <m:r>
                      <m:rPr>
                        <m:nor/>
                      </m:rPr>
                      <a:rPr lang="en-US" i="1" dirty="0"/>
                      <m:t>&gt;, </m:t>
                    </m:r>
                    <m:r>
                      <m:rPr>
                        <m:nor/>
                      </m:rPr>
                      <a:rPr lang="en-US" i="1" dirty="0"/>
                      <m:t>x</m:t>
                    </m:r>
                    <m:r>
                      <m:rPr>
                        <m:nor/>
                      </m:rPr>
                      <a:rPr lang="en-US" i="1" dirty="0"/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i="1" dirty="0"/>
                  <a:t>,…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1" dirty="0" smtClean="0"/>
                        <m:t>W</m:t>
                      </m:r>
                      <m:r>
                        <m:rPr>
                          <m:nor/>
                        </m:rPr>
                        <a:rPr lang="en-US" i="1" dirty="0"/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US" i="1" dirty="0"/>
                        <m:t>,…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7C8AE135-9EF2-419B-AE3F-12EE1C836C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8581"/>
                <a:ext cx="5952744" cy="43513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947797"/>
            <a:ext cx="5676900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129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B917B-095E-466E-8317-362E881EF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Обучение перцептрона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7C8AE135-9EF2-419B-AE3F-12EE1C836C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6864" y="1858581"/>
                <a:ext cx="5498592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𝑚𝑖𝑛</m:t>
                          </m:r>
                        </m:e>
                      </m:nary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ru-RU" dirty="0"/>
                  <a:t>вычисление производных функции ошибки по отношению к весам сети: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′(</m:t>
                      </m:r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ru-RU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7C8AE135-9EF2-419B-AE3F-12EE1C836C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864" y="1858581"/>
                <a:ext cx="5498592" cy="4351338"/>
              </a:xfrm>
              <a:prstGeom prst="rect">
                <a:avLst/>
              </a:prstGeom>
              <a:blipFill>
                <a:blip r:embed="rId3"/>
                <a:stretch>
                  <a:fillRect l="-2217" r="-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500725"/>
            <a:ext cx="5676900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82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B917B-095E-466E-8317-362E881EF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SoftMax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7C8AE135-9EF2-419B-AE3F-12EE1C836C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58581"/>
                <a:ext cx="5952744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+…+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+…+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</m:sSup>
                        </m:den>
                      </m:f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ru-RU" i="1" dirty="0"/>
                  <a:t>Функция активации для задач классификации</a:t>
                </a:r>
                <a:endParaRPr lang="en-US" i="1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7C8AE135-9EF2-419B-AE3F-12EE1C836C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8581"/>
                <a:ext cx="5952744" cy="4351338"/>
              </a:xfrm>
              <a:prstGeom prst="rect">
                <a:avLst/>
              </a:prstGeom>
              <a:blipFill>
                <a:blip r:embed="rId3"/>
                <a:stretch>
                  <a:fillRect l="-21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0944" y="2133477"/>
            <a:ext cx="4638675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662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B917B-095E-466E-8317-362E881EF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Полносвязная НС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AE135-9EF2-419B-AE3F-12EE1C836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2224"/>
            <a:ext cx="10515600" cy="4433507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Способна восстанавливать закономерности любой сложности</a:t>
            </a:r>
          </a:p>
          <a:p>
            <a:pPr algn="just"/>
            <a:r>
              <a:rPr lang="ru-RU" dirty="0"/>
              <a:t>Может работать с разнообразными источниками данных, подходит под многие задачи</a:t>
            </a:r>
          </a:p>
          <a:p>
            <a:pPr algn="just"/>
            <a:r>
              <a:rPr lang="ru-RU" dirty="0"/>
              <a:t>Огромная вариативность</a:t>
            </a:r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  <a:p>
            <a:r>
              <a:rPr lang="ru-RU" dirty="0"/>
              <a:t>Относительно долгое обучение</a:t>
            </a:r>
          </a:p>
          <a:p>
            <a:r>
              <a:rPr lang="ru-RU" dirty="0"/>
              <a:t>Склонность к переобучению</a:t>
            </a:r>
          </a:p>
        </p:txBody>
      </p:sp>
    </p:spTree>
    <p:extLst>
      <p:ext uri="{BB962C8B-B14F-4D97-AF65-F5344CB8AC3E}">
        <p14:creationId xmlns:p14="http://schemas.microsoft.com/office/powerpoint/2010/main" val="2681492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B917B-095E-466E-8317-362E881EF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Регуляризация НС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8AE135-9EF2-419B-AE3F-12EE1C836C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92224"/>
                <a:ext cx="10515600" cy="4433507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ru-RU" dirty="0"/>
                  <a:t>Сокращение количества слоёв</a:t>
                </a:r>
                <a:r>
                  <a:rPr lang="en-US" dirty="0"/>
                  <a:t>/</a:t>
                </a:r>
                <a:r>
                  <a:rPr lang="ru-RU" dirty="0"/>
                  <a:t>нейронов в них</a:t>
                </a:r>
                <a:endParaRPr lang="en-US" dirty="0"/>
              </a:p>
              <a:p>
                <a:pPr algn="just"/>
                <a:r>
                  <a:rPr lang="ru-RU" dirty="0"/>
                  <a:t>Сокращение весов</a:t>
                </a:r>
              </a:p>
              <a:p>
                <a:pPr lvl="1" algn="just"/>
                <a:r>
                  <a:rPr lang="ru-RU" dirty="0"/>
                  <a:t>добавление к функции потерь регуляризационного слагаемого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 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</a:rPr>
                        <m:t>λ</m:t>
                      </m:r>
                      <m:nary>
                        <m:naryPr>
                          <m:chr m:val="∑"/>
                          <m:ctrlPr>
                            <a:rPr lang="el-G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  <m:e>
                          <m:sSup>
                            <m:sSupPr>
                              <m:ctrlPr>
                                <a:rPr lang="el-G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l-G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</m:oMath>
                  </m:oMathPara>
                </a14:m>
                <a:endParaRPr lang="ru-RU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 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</a:rPr>
                        <m:t>λ</m:t>
                      </m:r>
                      <m:nary>
                        <m:naryPr>
                          <m:chr m:val="∑"/>
                          <m:ctrlPr>
                            <a:rPr lang="el-G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  <m:e>
                          <m:sSub>
                            <m:sSubPr>
                              <m:ctrlPr>
                                <a:rPr lang="el-G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lang="ru-RU" dirty="0"/>
              </a:p>
              <a:p>
                <a:pPr lvl="1" algn="just"/>
                <a:endParaRPr lang="ru-R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8AE135-9EF2-419B-AE3F-12EE1C836C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92224"/>
                <a:ext cx="10515600" cy="4433507"/>
              </a:xfrm>
              <a:blipFill>
                <a:blip r:embed="rId3"/>
                <a:stretch>
                  <a:fillRect l="-1043" t="-22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110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B917B-095E-466E-8317-362E881EF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Регуляризация НС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AE135-9EF2-419B-AE3F-12EE1C836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2224"/>
            <a:ext cx="10515600" cy="4433507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Dropout</a:t>
            </a:r>
            <a:endParaRPr lang="ru-RU" dirty="0"/>
          </a:p>
          <a:p>
            <a:pPr lvl="1" algn="just"/>
            <a:r>
              <a:rPr lang="ru-RU" dirty="0"/>
              <a:t>отключение случайных нейронов</a:t>
            </a:r>
            <a:endParaRPr lang="en-US" dirty="0"/>
          </a:p>
          <a:p>
            <a:pPr lvl="1" algn="just"/>
            <a:r>
              <a:rPr lang="ru-RU" dirty="0"/>
              <a:t>обучение на прореженных сетях</a:t>
            </a:r>
          </a:p>
        </p:txBody>
      </p:sp>
      <p:pic>
        <p:nvPicPr>
          <p:cNvPr id="8196" name="Picture 4" descr="Picture background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5888" y="2984276"/>
            <a:ext cx="6880224" cy="3762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35343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B917B-095E-466E-8317-362E881EF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Оценка оптимальных параметров модели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8AE135-9EF2-419B-AE3F-12EE1C836C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92224"/>
                <a:ext cx="10515600" cy="4433507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/>
                  <a:t>Существуют эмпирические оценки</a:t>
                </a:r>
              </a:p>
              <a:p>
                <a:pPr algn="just"/>
                <a:r>
                  <a:rPr lang="ru-RU" dirty="0"/>
                  <a:t>Если </a:t>
                </a:r>
                <a:r>
                  <a:rPr lang="en-US" dirty="0"/>
                  <a:t>a –</a:t>
                </a:r>
                <a:r>
                  <a:rPr lang="ru-RU" dirty="0"/>
                  <a:t> число входов, </a:t>
                </a:r>
                <a:r>
                  <a:rPr lang="en-US" dirty="0"/>
                  <a:t>b – </a:t>
                </a:r>
                <a:r>
                  <a:rPr lang="ru-RU" dirty="0"/>
                  <a:t>выходов, с – число примеров, то число нейронов в скрытом слое можно выбрать</a:t>
                </a:r>
              </a:p>
              <a:p>
                <a:pPr lvl="1" algn="just"/>
                <a14:m>
                  <m:oMath xmlns:m="http://schemas.openxmlformats.org/officeDocument/2006/math">
                    <m:f>
                      <m:fPr>
                        <m:ctrlPr>
                          <a:rPr lang="el-G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num>
                      <m:den>
                        <m:r>
                          <a:rPr lang="el-GR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endParaRPr lang="ru-RU" dirty="0"/>
              </a:p>
              <a:p>
                <a:pPr algn="just"/>
                <a:r>
                  <a:rPr lang="ru-RU" dirty="0"/>
                  <a:t>Передаточные функции:</a:t>
                </a:r>
              </a:p>
              <a:p>
                <a:pPr lvl="1" algn="just"/>
                <a:r>
                  <a:rPr lang="ru-RU" dirty="0"/>
                  <a:t>Если на выходе число – линейная или полулинейная</a:t>
                </a:r>
              </a:p>
              <a:p>
                <a:pPr lvl="1" algn="just"/>
                <a:r>
                  <a:rPr lang="ru-RU" dirty="0"/>
                  <a:t>Класс</a:t>
                </a:r>
                <a:r>
                  <a:rPr lang="en-US" dirty="0"/>
                  <a:t>/</a:t>
                </a:r>
                <a:r>
                  <a:rPr lang="ru-RU" dirty="0"/>
                  <a:t>категория – сигмоидальная или гиперболическая</a:t>
                </a:r>
              </a:p>
              <a:p>
                <a:pPr lvl="1" algn="just"/>
                <a:r>
                  <a:rPr lang="en-US" dirty="0"/>
                  <a:t>Relu </a:t>
                </a:r>
                <a:r>
                  <a:rPr lang="ru-RU" dirty="0"/>
                  <a:t>на выходном слое не ставят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8AE135-9EF2-419B-AE3F-12EE1C836C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92224"/>
                <a:ext cx="10515600" cy="4433507"/>
              </a:xfrm>
              <a:blipFill>
                <a:blip r:embed="rId3"/>
                <a:stretch>
                  <a:fillRect l="-1217" t="-220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82869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B917B-095E-466E-8317-362E881EF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Recurrent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AE135-9EF2-419B-AE3F-12EE1C836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2224"/>
            <a:ext cx="10515600" cy="4433507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содержит обратные связи</a:t>
            </a:r>
          </a:p>
          <a:p>
            <a:pPr algn="just"/>
            <a:r>
              <a:rPr lang="ru-RU" dirty="0"/>
              <a:t>частично запоминает предыдущие состояния</a:t>
            </a:r>
          </a:p>
          <a:p>
            <a:pPr algn="just"/>
            <a:endParaRPr lang="ru-RU" dirty="0"/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330" y="2830602"/>
            <a:ext cx="6138515" cy="3395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6845" y="3632816"/>
            <a:ext cx="5076825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5607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B917B-095E-466E-8317-362E881EF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Глубокие нейронные сети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AE135-9EF2-419B-AE3F-12EE1C836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2224"/>
            <a:ext cx="7410450" cy="4433507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Персептрон с большим количеством скрытых слоев</a:t>
            </a:r>
          </a:p>
          <a:p>
            <a:pPr algn="just"/>
            <a:r>
              <a:rPr lang="ru-RU" dirty="0"/>
              <a:t>Позволяет строить отображение с очень высокой нелинейностью</a:t>
            </a:r>
          </a:p>
          <a:p>
            <a:pPr algn="just"/>
            <a:r>
              <a:rPr lang="ru-RU" dirty="0"/>
              <a:t>Требует </a:t>
            </a:r>
            <a:r>
              <a:rPr lang="ru-RU" b="1" dirty="0"/>
              <a:t>очень</a:t>
            </a:r>
            <a:r>
              <a:rPr lang="ru-RU" dirty="0"/>
              <a:t> большое количество данных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650" y="1609725"/>
            <a:ext cx="3943350" cy="524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2513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B917B-095E-466E-8317-362E881EF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Итого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AE135-9EF2-419B-AE3F-12EE1C836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2224"/>
            <a:ext cx="10515600" cy="4433507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dirty="0"/>
              <a:t>+</a:t>
            </a:r>
          </a:p>
          <a:p>
            <a:pPr algn="just"/>
            <a:r>
              <a:rPr lang="ru-RU" dirty="0"/>
              <a:t>Универсальность</a:t>
            </a:r>
          </a:p>
          <a:p>
            <a:pPr algn="just"/>
            <a:r>
              <a:rPr lang="ru-RU" dirty="0"/>
              <a:t>Способность искать сложные закономерности</a:t>
            </a:r>
          </a:p>
          <a:p>
            <a:pPr algn="just"/>
            <a:endParaRPr lang="ru-RU" dirty="0"/>
          </a:p>
          <a:p>
            <a:pPr algn="just"/>
            <a:endParaRPr lang="ru-RU" dirty="0"/>
          </a:p>
          <a:p>
            <a:pPr marL="0" indent="0" algn="just">
              <a:buNone/>
            </a:pPr>
            <a:r>
              <a:rPr lang="ru-RU" dirty="0"/>
              <a:t>-</a:t>
            </a:r>
          </a:p>
          <a:p>
            <a:pPr algn="just"/>
            <a:r>
              <a:rPr lang="ru-RU" dirty="0"/>
              <a:t>Неинтерпретируемость</a:t>
            </a:r>
          </a:p>
          <a:p>
            <a:pPr algn="just"/>
            <a:r>
              <a:rPr lang="ru-RU" dirty="0"/>
              <a:t>Высокая вычислительная стоимость</a:t>
            </a:r>
          </a:p>
          <a:p>
            <a:pPr algn="just"/>
            <a:r>
              <a:rPr lang="ru-RU" dirty="0"/>
              <a:t>Сложность подбора параметров модели</a:t>
            </a:r>
          </a:p>
        </p:txBody>
      </p:sp>
    </p:spTree>
    <p:extLst>
      <p:ext uri="{BB962C8B-B14F-4D97-AF65-F5344CB8AC3E}">
        <p14:creationId xmlns:p14="http://schemas.microsoft.com/office/powerpoint/2010/main" val="299590587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14608</TotalTime>
  <Words>438</Words>
  <Application>Microsoft Office PowerPoint</Application>
  <PresentationFormat>Широкоэкранный</PresentationFormat>
  <Paragraphs>120</Paragraphs>
  <Slides>18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Custom Design</vt:lpstr>
      <vt:lpstr>Цели занятия</vt:lpstr>
      <vt:lpstr>История развития НС</vt:lpstr>
      <vt:lpstr>История развития НС</vt:lpstr>
      <vt:lpstr>История развития НС</vt:lpstr>
      <vt:lpstr>История развития НС</vt:lpstr>
      <vt:lpstr>Модель нейрона</vt:lpstr>
      <vt:lpstr>Функции активации</vt:lpstr>
      <vt:lpstr>Сигмоида</vt:lpstr>
      <vt:lpstr>Многослойный перцептрон</vt:lpstr>
      <vt:lpstr>Обучение перцептрона</vt:lpstr>
      <vt:lpstr>SoftMax</vt:lpstr>
      <vt:lpstr>Полносвязная НС</vt:lpstr>
      <vt:lpstr>Регуляризация НС</vt:lpstr>
      <vt:lpstr>Регуляризация НС</vt:lpstr>
      <vt:lpstr>Оценка оптимальных параметров модели</vt:lpstr>
      <vt:lpstr>Recurrent Neural Networks</vt:lpstr>
      <vt:lpstr>Глубокие нейронные сети</vt:lpstr>
      <vt:lpstr>Итого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Математические основы Баз данных</dc:title>
  <cp:lastModifiedBy>Alexander F</cp:lastModifiedBy>
  <cp:revision>133</cp:revision>
  <dcterms:created xsi:type="dcterms:W3CDTF">2017-07-09T11:32:24Z</dcterms:created>
  <dcterms:modified xsi:type="dcterms:W3CDTF">2025-12-19T03:52:55Z</dcterms:modified>
</cp:coreProperties>
</file>